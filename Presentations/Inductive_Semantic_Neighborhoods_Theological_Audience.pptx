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Inductive Semantic Neighborhoods in Biblical Texts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alternative to circular translation in theological interpretation</a:t>
            </a:r>
          </a:p>
          <a:p>
            <a:r>
              <a:t>Demonstrated using ἀρσενοκοῖται as a test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This Project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Contested biblical terms are often translated using prior theological conclusions</a:t>
            </a:r>
          </a:p>
          <a:p>
            <a:pPr/>
            <a:r>
              <a:t>Translations are then used to justify those same conclusions</a:t>
            </a:r>
          </a:p>
          <a:p>
            <a:pPr/>
            <a:r>
              <a:t>This creates circular interpretive reasoning, even when done carefully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Identify semantic neighborhoods inductively, before translation or doctrine</a:t>
            </a:r>
          </a:p>
          <a:p>
            <a:pPr/>
            <a:r>
              <a:t>Use distributional similarity to observe discourse environment</a:t>
            </a:r>
          </a:p>
          <a:p>
            <a:pPr/>
            <a:r>
              <a:t>Delay lexical definition and theological judgment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Overview (Non-Technical)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Corpora: Greek New Testament + Apostolic Fathers</a:t>
            </a:r>
          </a:p>
          <a:p>
            <a:pPr/>
            <a:r>
              <a:t>Sentence embeddings with cosine similarity</a:t>
            </a:r>
          </a:p>
          <a:p>
            <a:pPr/>
            <a:r>
              <a:t>No imposed definitions, categories, or moral evaluations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NT-Only Analysis Is Insufficient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terms may occur only once or twice</a:t>
            </a:r>
          </a:p>
          <a:p>
            <a:pPr/>
            <a:r>
              <a:t>Sparse data prevents stable semantic neighborhoods</a:t>
            </a:r>
          </a:p>
          <a:p>
            <a:pPr/>
            <a:r>
              <a:t>This is a structural limitation, not an interpretive failure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Cross-Corpus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Early post-Pauline texts added as a test, not an assumption</a:t>
            </a:r>
          </a:p>
          <a:p>
            <a:pPr/>
            <a:r>
              <a:t>Same analytic method applied without modification</a:t>
            </a:r>
          </a:p>
          <a:p>
            <a:pPr/>
            <a:r>
              <a:t>Asks whether later discourse stabilizes earlier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Shared semantic neighbors of both Pauline passages identified</a:t>
            </a:r>
          </a:p>
          <a:p>
            <a:pPr/>
            <a:r>
              <a:t>No New Testament passages appear in the shared neighborhood</a:t>
            </a:r>
          </a:p>
          <a:p>
            <a:pPr/>
            <a:r>
              <a:t>All shared neighbors come from Apostolic Fathers material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(Careful Claims)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Pauline usage is situational and context-dependent</a:t>
            </a:r>
          </a:p>
          <a:p>
            <a:pPr/>
            <a:r>
              <a:t>A stable moral discourse emerges post-Paul</a:t>
            </a:r>
          </a:p>
          <a:p>
            <a:pPr/>
            <a:r>
              <a:t>This is an observation about discourse, not doctrine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Qualitative Grounding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Representative passages from 1 Clement and Didache</a:t>
            </a:r>
          </a:p>
          <a:p>
            <a:pPr/>
            <a:r>
              <a:t>Focus on moral exhortation, order, and communal boundaries</a:t>
            </a:r>
          </a:p>
          <a:p>
            <a:pPr/>
            <a:r>
              <a:t>Not focused on specific acts or behaviors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ἀρσενοκοῖται Is Only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Chosen because it is contested and sparse</a:t>
            </a:r>
          </a:p>
          <a:p>
            <a:pPr/>
            <a:r>
              <a:t>Method does not depend on this term</a:t>
            </a:r>
          </a:p>
          <a:p>
            <a:pPr/>
            <a:r>
              <a:t>The same approach applies to many theological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Broader Theological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Women and authority language (e.g., 1 Timothy, Ephesians)</a:t>
            </a:r>
          </a:p>
          <a:p>
            <a:pPr/>
            <a:r>
              <a:t>Household codes and social ethics</a:t>
            </a:r>
          </a:p>
          <a:p>
            <a:pPr/>
            <a:r>
              <a:t>Purity vs ethical discourse</a:t>
            </a:r>
          </a:p>
          <a:p>
            <a:pPr/>
            <a:r>
              <a:t>Cross-linguistic studies (Hebrew, Greek, Latin, Aramaic)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project offers a reusable interpretive tool</a:t>
            </a:r>
          </a:p>
          <a:p>
            <a:pPr/>
            <a:r>
              <a:t>It separates semantic observation from theological judgment</a:t>
            </a:r>
          </a:p>
          <a:p>
            <a:pPr/>
            <a:r>
              <a:t>It helps reduce circularity in translation and interpretation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